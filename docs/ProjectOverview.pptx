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vite-react-typescript-starter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- Generated by 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stack:</a:t>
            </a:r>
          </a:p>
          <a:p>
            <a:r>
              <a:t>- React ^18.3.1</a:t>
            </a:r>
          </a:p>
          <a:p>
            <a:r>
              <a:t>- Vite ^7.1.9</a:t>
            </a:r>
          </a:p>
          <a:p>
            <a:r>
              <a:t>- TypeScript 5.5.3</a:t>
            </a:r>
          </a:p>
          <a:p>
            <a:r>
              <a:t>- react-three-fiber / drei / three (3D)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structure (top-level)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.env</a:t>
            </a:r>
          </a:p>
          <a:p>
            <a:r>
              <a:t>- .gitignore</a:t>
            </a:r>
          </a:p>
          <a:p>
            <a:r>
              <a:t>- .npmrc</a:t>
            </a:r>
          </a:p>
          <a:p>
            <a:r>
              <a:t>- dist/</a:t>
            </a:r>
          </a:p>
          <a:p>
            <a:r>
              <a:t>  - assets/</a:t>
            </a:r>
          </a:p>
          <a:p>
            <a:r>
              <a:t>    - AnimatedSphere-DtiV_9AF.js</a:t>
            </a:r>
          </a:p>
          <a:p>
            <a:r>
              <a:t>    - Hero3D-bkqJANVr.js</a:t>
            </a:r>
          </a:p>
          <a:p>
            <a:r>
              <a:t>    - index--rGpRo2a.js</a:t>
            </a:r>
          </a:p>
          <a:p>
            <a:r>
              <a:t>    - index-CMgaUciD.css</a:t>
            </a:r>
          </a:p>
          <a:p>
            <a:r>
              <a:t>    - vendor_framer-ChVe0pw4.js</a:t>
            </a:r>
          </a:p>
          <a:p>
            <a:r>
              <a:t>    - vendor_lucide-QVG8uTSi.js</a:t>
            </a:r>
          </a:p>
          <a:p>
            <a:r>
              <a:t>    - vendor_misc-BVOULg3S.js</a:t>
            </a:r>
          </a:p>
          <a:p>
            <a:r>
              <a:t>    - vendor_three-BKSR6zXo.js</a:t>
            </a:r>
          </a:p>
          <a:p>
            <a:r>
              <a:t>  - index.html</a:t>
            </a:r>
          </a:p>
          <a:p>
            <a:r>
              <a:t>  - libs/</a:t>
            </a:r>
          </a:p>
          <a:p>
            <a:r>
              <a:t>    - three.min.js</a:t>
            </a:r>
          </a:p>
          <a:p>
            <a:r>
              <a:t>- docs/</a:t>
            </a:r>
          </a:p>
          <a:p>
            <a:r>
              <a:t>  - flow.dot</a:t>
            </a:r>
          </a:p>
          <a:p>
            <a:r>
              <a:t>  - flow_diagram</a:t>
            </a:r>
          </a:p>
          <a:p>
            <a:r>
              <a:t>  - ProjectOverview.txt</a:t>
            </a:r>
          </a:p>
          <a:p>
            <a:r>
              <a:t>  - ProjectOverview_outline.md</a:t>
            </a:r>
          </a:p>
          <a:p>
            <a:r>
              <a:t>- eslint.config.js</a:t>
            </a:r>
          </a:p>
          <a:p>
            <a:r>
              <a:t>- index.html</a:t>
            </a:r>
          </a:p>
          <a:p>
            <a:r>
              <a:t>- node_modules/</a:t>
            </a:r>
          </a:p>
          <a:p>
            <a:r>
              <a:t>  - .bin/</a:t>
            </a:r>
          </a:p>
          <a:p>
            <a:r>
              <a:t>    - acorn</a:t>
            </a:r>
          </a:p>
          <a:p>
            <a:r>
              <a:t>    - acorn.cmd</a:t>
            </a:r>
          </a:p>
          <a:p>
            <a:r>
              <a:t>    - acorn.ps1</a:t>
            </a:r>
          </a:p>
          <a:p>
            <a:r>
              <a:t>    - autoprefixer</a:t>
            </a:r>
          </a:p>
          <a:p>
            <a:r>
              <a:t>    - autoprefixer.cmd</a:t>
            </a:r>
          </a:p>
          <a:p>
            <a:r>
              <a:t>    - autoprefixer.ps1</a:t>
            </a:r>
          </a:p>
          <a:p>
            <a:r>
              <a:t>    - browserslist</a:t>
            </a:r>
          </a:p>
          <a:p>
            <a:r>
              <a:t>    - browserslist.cmd</a:t>
            </a:r>
          </a:p>
          <a:p>
            <a:r>
              <a:t>    - browserslist.ps1</a:t>
            </a:r>
          </a:p>
          <a:p>
            <a:r>
              <a:t>    - cross-env</a:t>
            </a:r>
          </a:p>
          <a:p>
            <a:r>
              <a:t>    - cross-env-shell</a:t>
            </a:r>
          </a:p>
          <a:p>
            <a:r>
              <a:t>    - cross-env-shell.cmd</a:t>
            </a:r>
          </a:p>
          <a:p>
            <a:r>
              <a:t>    - cross-env-shell.ps1</a:t>
            </a:r>
          </a:p>
          <a:p>
            <a:r>
              <a:t>    - cross-env.cmd</a:t>
            </a:r>
          </a:p>
          <a:p>
            <a:r>
              <a:t>    - cross-env.ps1</a:t>
            </a:r>
          </a:p>
          <a:p>
            <a:r>
              <a:t>    - cssesc</a:t>
            </a:r>
          </a:p>
          <a:p>
            <a:r>
              <a:t>    - cssesc.cmd</a:t>
            </a:r>
          </a:p>
          <a:p>
            <a:r>
              <a:t>    - cssesc.ps1</a:t>
            </a:r>
          </a:p>
          <a:p>
            <a:r>
              <a:t>    - esbuild</a:t>
            </a:r>
          </a:p>
          <a:p>
            <a:r>
              <a:t>    - esbuild.cmd</a:t>
            </a:r>
          </a:p>
          <a:p>
            <a:r>
              <a:t>    - esbuild.ps1</a:t>
            </a:r>
          </a:p>
          <a:p>
            <a:r>
              <a:t>    - eslint</a:t>
            </a:r>
          </a:p>
          <a:p>
            <a:r>
              <a:t>    - eslint.cmd</a:t>
            </a:r>
          </a:p>
          <a:p>
            <a:r>
              <a:t>    - eslint.ps1</a:t>
            </a:r>
          </a:p>
          <a:p>
            <a:r>
              <a:t>    - glob</a:t>
            </a:r>
          </a:p>
          <a:p>
            <a:r>
              <a:t>    - glob.cmd</a:t>
            </a:r>
          </a:p>
          <a:p>
            <a:r>
              <a:t>    - glob.ps1</a:t>
            </a:r>
          </a:p>
          <a:p>
            <a:r>
              <a:t>    - jiti</a:t>
            </a:r>
          </a:p>
          <a:p>
            <a:r>
              <a:t>    - jiti.cmd</a:t>
            </a:r>
          </a:p>
          <a:p>
            <a:r>
              <a:t>    - jiti.ps1</a:t>
            </a:r>
          </a:p>
          <a:p>
            <a:r>
              <a:t>    - js-yaml</a:t>
            </a:r>
          </a:p>
          <a:p>
            <a:r>
              <a:t>    - js-yaml.cmd</a:t>
            </a:r>
          </a:p>
          <a:p>
            <a:r>
              <a:t>    - js-yaml.ps1</a:t>
            </a:r>
          </a:p>
          <a:p>
            <a:r>
              <a:t>    - jsesc</a:t>
            </a:r>
          </a:p>
          <a:p>
            <a:r>
              <a:t>    - jsesc.cmd</a:t>
            </a:r>
          </a:p>
          <a:p>
            <a:r>
              <a:t>    - jsesc.ps1</a:t>
            </a:r>
          </a:p>
          <a:p>
            <a:r>
              <a:t>    - json5</a:t>
            </a:r>
          </a:p>
          <a:p>
            <a:r>
              <a:t>    - json5.cmd</a:t>
            </a:r>
          </a:p>
          <a:p>
            <a:r>
              <a:t>    - json5.ps1</a:t>
            </a:r>
          </a:p>
          <a:p>
            <a:r>
              <a:t>    - loose-envify</a:t>
            </a:r>
          </a:p>
          <a:p>
            <a:r>
              <a:t>    - loose-envify.cmd</a:t>
            </a:r>
          </a:p>
          <a:p>
            <a:r>
              <a:t>    - loose-envify.ps1</a:t>
            </a:r>
          </a:p>
          <a:p>
            <a:r>
              <a:t>    - nanoid</a:t>
            </a:r>
          </a:p>
          <a:p>
            <a:r>
              <a:t>    - nanoid.cmd</a:t>
            </a:r>
          </a:p>
          <a:p>
            <a:r>
              <a:t>    - nanoid.ps1</a:t>
            </a:r>
          </a:p>
          <a:p>
            <a:r>
              <a:t>    - node-which</a:t>
            </a:r>
          </a:p>
          <a:p>
            <a:r>
              <a:t>    - node-which.cmd</a:t>
            </a:r>
          </a:p>
          <a:p>
            <a:r>
              <a:t>    - node-which.ps1</a:t>
            </a:r>
          </a:p>
          <a:p>
            <a:r>
              <a:t>    - parser</a:t>
            </a:r>
          </a:p>
          <a:p>
            <a:r>
              <a:t>    - parser.cmd</a:t>
            </a:r>
          </a:p>
          <a:p>
            <a:r>
              <a:t>    - parser.ps1</a:t>
            </a:r>
          </a:p>
          <a:p>
            <a:r>
              <a:t>    - resolve</a:t>
            </a:r>
          </a:p>
          <a:p>
            <a:r>
              <a:t>    - resolve.cmd</a:t>
            </a:r>
          </a:p>
          <a:p>
            <a:r>
              <a:t>    - resolve.ps1</a:t>
            </a:r>
          </a:p>
          <a:p>
            <a:r>
              <a:t>    - rollup</a:t>
            </a:r>
          </a:p>
          <a:p>
            <a:r>
              <a:t>    - rollup.cmd</a:t>
            </a:r>
          </a:p>
          <a:p>
            <a:r>
              <a:t>    - rollup.ps1</a:t>
            </a:r>
          </a:p>
          <a:p>
            <a:r>
              <a:t>    - semver</a:t>
            </a:r>
          </a:p>
          <a:p>
            <a:r>
              <a:t>    - semver.cmd</a:t>
            </a:r>
          </a:p>
          <a:p>
            <a:r>
              <a:t>    - semver.ps1</a:t>
            </a:r>
          </a:p>
          <a:p>
            <a:r>
              <a:t>    - sucrase</a:t>
            </a:r>
          </a:p>
          <a:p>
            <a:r>
              <a:t>    - sucrase-node</a:t>
            </a:r>
          </a:p>
          <a:p>
            <a:r>
              <a:t>    - sucrase-node.cmd</a:t>
            </a:r>
          </a:p>
          <a:p>
            <a:r>
              <a:t>    - sucrase-node.ps1</a:t>
            </a:r>
          </a:p>
          <a:p>
            <a:r>
              <a:t>    - sucrase.cmd</a:t>
            </a:r>
          </a:p>
          <a:p>
            <a:r>
              <a:t>    - sucrase.ps1</a:t>
            </a:r>
          </a:p>
          <a:p>
            <a:r>
              <a:t>    - tailwind</a:t>
            </a:r>
          </a:p>
          <a:p>
            <a:r>
              <a:t>    - tailwind.cmd</a:t>
            </a:r>
          </a:p>
          <a:p>
            <a:r>
              <a:t>    - tailwind.ps1</a:t>
            </a:r>
          </a:p>
          <a:p>
            <a:r>
              <a:t>    - tailwindcss</a:t>
            </a:r>
          </a:p>
          <a:p>
            <a:r>
              <a:t>    - tailwindcss.cmd</a:t>
            </a:r>
          </a:p>
          <a:p>
            <a:r>
              <a:t>    - tailwindcss.ps1</a:t>
            </a:r>
          </a:p>
          <a:p>
            <a:r>
              <a:t>    - tsc</a:t>
            </a:r>
          </a:p>
          <a:p>
            <a:r>
              <a:t>    - tsc.cmd</a:t>
            </a:r>
          </a:p>
          <a:p>
            <a:r>
              <a:t>    - tsc.ps1</a:t>
            </a:r>
          </a:p>
          <a:p>
            <a:r>
              <a:t>    - tsserver</a:t>
            </a:r>
          </a:p>
          <a:p>
            <a:r>
              <a:t>    - tsserver.cmd</a:t>
            </a:r>
          </a:p>
          <a:p>
            <a:r>
              <a:t>    - tsserver.ps1</a:t>
            </a:r>
          </a:p>
          <a:p>
            <a:r>
              <a:t>    - update-browserslist-db</a:t>
            </a:r>
          </a:p>
          <a:p>
            <a:r>
              <a:t>    - update-browserslist-db.cmd</a:t>
            </a:r>
          </a:p>
          <a:p>
            <a:r>
              <a:t>    - update-browserslist-db.ps1</a:t>
            </a:r>
          </a:p>
          <a:p>
            <a:r>
              <a:t>    - vite</a:t>
            </a:r>
          </a:p>
          <a:p>
            <a:r>
              <a:t>    - vite.cmd</a:t>
            </a:r>
          </a:p>
          <a:p>
            <a:r>
              <a:t>    - vite.ps1</a:t>
            </a:r>
          </a:p>
          <a:p>
            <a:r>
              <a:t>    - yaml</a:t>
            </a:r>
          </a:p>
          <a:p>
            <a:r>
              <a:t>    - yaml.cmd</a:t>
            </a:r>
          </a:p>
          <a:p>
            <a:r>
              <a:t>    - yaml.ps1</a:t>
            </a:r>
          </a:p>
          <a:p>
            <a:r>
              <a:t>  - .package-lock.json</a:t>
            </a:r>
          </a:p>
          <a:p>
            <a:r>
              <a:t>  - .vite/</a:t>
            </a:r>
          </a:p>
          <a:p>
            <a:r>
              <a:t>    - deps/</a:t>
            </a:r>
          </a:p>
          <a:p>
            <a:r>
              <a:t>  - .vite-temp/</a:t>
            </a:r>
          </a:p>
          <a:p>
            <a:r>
              <a:t>  - @alloc/</a:t>
            </a:r>
          </a:p>
          <a:p>
            <a:r>
              <a:t>    - quick-lru/</a:t>
            </a:r>
          </a:p>
          <a:p>
            <a:r>
              <a:t>  - @ampproject/</a:t>
            </a:r>
          </a:p>
          <a:p>
            <a:r>
              <a:t>  - @babel/</a:t>
            </a:r>
          </a:p>
          <a:p>
            <a:r>
              <a:t>    - code-frame/</a:t>
            </a:r>
          </a:p>
          <a:p>
            <a:r>
              <a:t>    - compat-data/</a:t>
            </a:r>
          </a:p>
          <a:p>
            <a:r>
              <a:t>    - core/</a:t>
            </a:r>
          </a:p>
          <a:p>
            <a:r>
              <a:t>    - generator/</a:t>
            </a:r>
          </a:p>
          <a:p>
            <a:r>
              <a:t>    - helper-compilation-targets/</a:t>
            </a:r>
          </a:p>
          <a:p>
            <a:r>
              <a:t>    - helper-globals/</a:t>
            </a:r>
          </a:p>
          <a:p>
            <a:r>
              <a:t>    - helper-module-imports/</a:t>
            </a:r>
          </a:p>
          <a:p>
            <a:r>
              <a:t>    - helper-module-transforms/</a:t>
            </a:r>
          </a:p>
          <a:p>
            <a:r>
              <a:t>    - helper-plugin-utils/</a:t>
            </a:r>
          </a:p>
          <a:p>
            <a:r>
              <a:t>    - helper-string-parser/</a:t>
            </a:r>
          </a:p>
          <a:p>
            <a:r>
              <a:t>    - helper-validator-identifier/</a:t>
            </a:r>
          </a:p>
          <a:p>
            <a:r>
              <a:t>    - helper-validator-option/</a:t>
            </a:r>
          </a:p>
          <a:p>
            <a:r>
              <a:t>    - helpers/</a:t>
            </a:r>
          </a:p>
          <a:p>
            <a:r>
              <a:t>    - parser/</a:t>
            </a:r>
          </a:p>
          <a:p>
            <a:r>
              <a:t>    - plugin-transform-react-jsx-self/</a:t>
            </a:r>
          </a:p>
          <a:p>
            <a:r>
              <a:t>    - plugin-transform-react-jsx-source/</a:t>
            </a:r>
          </a:p>
          <a:p>
            <a:r>
              <a:t>    - runtime/</a:t>
            </a:r>
          </a:p>
          <a:p>
            <a:r>
              <a:t>    - template/</a:t>
            </a:r>
          </a:p>
          <a:p>
            <a:r>
              <a:t>    - traverse/</a:t>
            </a:r>
          </a:p>
          <a:p>
            <a:r>
              <a:t>    - types/</a:t>
            </a:r>
          </a:p>
          <a:p>
            <a:r>
              <a:t>  - @dimforge/</a:t>
            </a:r>
          </a:p>
          <a:p>
            <a:r>
              <a:t>    - rapier3d-compat/</a:t>
            </a:r>
          </a:p>
          <a:p>
            <a:r>
              <a:t>  - @esbuild/</a:t>
            </a:r>
          </a:p>
          <a:p>
            <a:r>
              <a:t>    - win32-x64/</a:t>
            </a:r>
          </a:p>
          <a:p>
            <a:r>
              <a:t>  - @eslint/</a:t>
            </a:r>
          </a:p>
          <a:p>
            <a:r>
              <a:t>    - config-array/</a:t>
            </a:r>
          </a:p>
          <a:p>
            <a:r>
              <a:t>    - config-helpers/</a:t>
            </a:r>
          </a:p>
          <a:p>
            <a:r>
              <a:t>    - core/</a:t>
            </a:r>
          </a:p>
          <a:p>
            <a:r>
              <a:t>    - eslintrc/</a:t>
            </a:r>
          </a:p>
          <a:p>
            <a:r>
              <a:t>    - js/</a:t>
            </a:r>
          </a:p>
          <a:p>
            <a:r>
              <a:t>    - object-schema/</a:t>
            </a:r>
          </a:p>
          <a:p>
            <a:r>
              <a:t>    - plugin-kit/</a:t>
            </a:r>
          </a:p>
          <a:p>
            <a:r>
              <a:t>  - @eslint-community/</a:t>
            </a:r>
          </a:p>
          <a:p>
            <a:r>
              <a:t>    - eslint-utils/</a:t>
            </a:r>
          </a:p>
          <a:p>
            <a:r>
              <a:t>    - regexpp/</a:t>
            </a:r>
          </a:p>
          <a:p>
            <a:r>
              <a:t>  - @humanfs/</a:t>
            </a:r>
          </a:p>
          <a:p>
            <a:r>
              <a:t>    - core/</a:t>
            </a:r>
          </a:p>
          <a:p>
            <a:r>
              <a:t>    - node/</a:t>
            </a:r>
          </a:p>
          <a:p>
            <a:r>
              <a:t>  - @humanwhocodes/</a:t>
            </a:r>
          </a:p>
          <a:p>
            <a:r>
              <a:t>    - module-importer/</a:t>
            </a:r>
          </a:p>
          <a:p>
            <a:r>
              <a:t>    - retry/</a:t>
            </a:r>
          </a:p>
          <a:p>
            <a:r>
              <a:t>  - @isaacs/</a:t>
            </a:r>
          </a:p>
          <a:p>
            <a:r>
              <a:t>    - cliui/</a:t>
            </a:r>
          </a:p>
          <a:p>
            <a:r>
              <a:t>  - @jridgewell/</a:t>
            </a:r>
          </a:p>
          <a:p>
            <a:r>
              <a:t>    - gen-mapping/</a:t>
            </a:r>
          </a:p>
          <a:p>
            <a:r>
              <a:t>    - remapping/</a:t>
            </a:r>
          </a:p>
          <a:p>
            <a:r>
              <a:t>    - resolve-uri/</a:t>
            </a:r>
          </a:p>
          <a:p>
            <a:r>
              <a:t>    - sourcemap-codec/</a:t>
            </a:r>
          </a:p>
          <a:p>
            <a:r>
              <a:t>    - trace-mapping/</a:t>
            </a:r>
          </a:p>
          <a:p>
            <a:r>
              <a:t>  - @mediapipe/</a:t>
            </a:r>
          </a:p>
          <a:p>
            <a:r>
              <a:t>    - tasks-vision/</a:t>
            </a:r>
          </a:p>
          <a:p>
            <a:r>
              <a:t>  - @monogrid/</a:t>
            </a:r>
          </a:p>
          <a:p>
            <a:r>
              <a:t>    - gainmap-js/</a:t>
            </a:r>
          </a:p>
          <a:p>
            <a:r>
              <a:t>  - @nodelib/</a:t>
            </a:r>
          </a:p>
          <a:p>
            <a:r>
              <a:t>    - fs.scandir/</a:t>
            </a:r>
          </a:p>
          <a:p>
            <a:r>
              <a:t>    - fs.stat/</a:t>
            </a:r>
          </a:p>
          <a:p>
            <a:r>
              <a:t>    - fs.walk/</a:t>
            </a:r>
          </a:p>
          <a:p>
            <a:r>
              <a:t>  - @pkgjs/</a:t>
            </a:r>
          </a:p>
          <a:p>
            <a:r>
              <a:t>    - parseargs/</a:t>
            </a:r>
          </a:p>
          <a:p>
            <a:r>
              <a:t>  - @react-three/</a:t>
            </a:r>
          </a:p>
          <a:p>
            <a:r>
              <a:t>    - drei/</a:t>
            </a:r>
          </a:p>
          <a:p>
            <a:r>
              <a:t>    - fiber/</a:t>
            </a:r>
          </a:p>
          <a:p>
            <a:r>
              <a:t>  - @rolldown/</a:t>
            </a:r>
          </a:p>
          <a:p>
            <a:r>
              <a:t>    - pluginutils/</a:t>
            </a:r>
          </a:p>
          <a:p>
            <a:r>
              <a:t>  - @rollup/</a:t>
            </a:r>
          </a:p>
          <a:p>
            <a:r>
              <a:t>    - rollup-win32-x64-gnu/</a:t>
            </a:r>
          </a:p>
          <a:p>
            <a:r>
              <a:t>    - rollup-win32-x64-msvc/</a:t>
            </a:r>
          </a:p>
          <a:p>
            <a:r>
              <a:t>  - @supabase/</a:t>
            </a:r>
          </a:p>
          <a:p>
            <a:r>
              <a:t>    - auth-js/</a:t>
            </a:r>
          </a:p>
          <a:p>
            <a:r>
              <a:t>    - functions-js/</a:t>
            </a:r>
          </a:p>
          <a:p>
            <a:r>
              <a:t>    - node-fetch/</a:t>
            </a:r>
          </a:p>
          <a:p>
            <a:r>
              <a:t>    - postgrest-js/</a:t>
            </a:r>
          </a:p>
          <a:p>
            <a:r>
              <a:t>    - realtime-js/</a:t>
            </a:r>
          </a:p>
          <a:p>
            <a:r>
              <a:t>    - storage-js/</a:t>
            </a:r>
          </a:p>
          <a:p>
            <a:r>
              <a:t>    - supabase-js/</a:t>
            </a:r>
          </a:p>
          <a:p>
            <a:r>
              <a:t>  - @tweenjs/</a:t>
            </a:r>
          </a:p>
          <a:p>
            <a:r>
              <a:t>    - tween.js/</a:t>
            </a:r>
          </a:p>
          <a:p>
            <a:r>
              <a:t>  - @types/</a:t>
            </a:r>
          </a:p>
          <a:p>
            <a:r>
              <a:t>    - babel__core/</a:t>
            </a:r>
          </a:p>
          <a:p>
            <a:r>
              <a:t>    - babel__generator/</a:t>
            </a:r>
          </a:p>
          <a:p>
            <a:r>
              <a:t>    - babel__template/</a:t>
            </a:r>
          </a:p>
          <a:p>
            <a:r>
              <a:t>    - babel__traverse/</a:t>
            </a:r>
          </a:p>
          <a:p>
            <a:r>
              <a:t>    - draco3d/</a:t>
            </a:r>
          </a:p>
          <a:p>
            <a:r>
              <a:t>    - estree/</a:t>
            </a:r>
          </a:p>
          <a:p>
            <a:r>
              <a:t>    - json-schema/</a:t>
            </a:r>
          </a:p>
          <a:p>
            <a:r>
              <a:t>    - node/</a:t>
            </a:r>
          </a:p>
          <a:p>
            <a:r>
              <a:t>    - offscreencanvas/</a:t>
            </a:r>
          </a:p>
          <a:p>
            <a:r>
              <a:t>    - phoenix/</a:t>
            </a:r>
          </a:p>
          <a:p>
            <a:r>
              <a:t>    - prop-types/</a:t>
            </a:r>
          </a:p>
          <a:p>
            <a:r>
              <a:t>    - react/</a:t>
            </a:r>
          </a:p>
          <a:p>
            <a:r>
              <a:t>    - react-dom/</a:t>
            </a:r>
          </a:p>
          <a:p>
            <a:r>
              <a:t>    - react-reconciler/</a:t>
            </a:r>
          </a:p>
          <a:p>
            <a:r>
              <a:t>    - stats.js/</a:t>
            </a:r>
          </a:p>
          <a:p>
            <a:r>
              <a:t>    - three/</a:t>
            </a:r>
          </a:p>
          <a:p>
            <a:r>
              <a:t>    - webxr/</a:t>
            </a:r>
          </a:p>
          <a:p>
            <a:r>
              <a:t>    - ws/</a:t>
            </a:r>
          </a:p>
          <a:p>
            <a:r>
              <a:t>  - @typescript-eslint/</a:t>
            </a:r>
          </a:p>
          <a:p>
            <a:r>
              <a:t>    - eslint-plugin/</a:t>
            </a:r>
          </a:p>
          <a:p>
            <a:r>
              <a:t>    - parser/</a:t>
            </a:r>
          </a:p>
          <a:p>
            <a:r>
              <a:t>    - project-service/</a:t>
            </a:r>
          </a:p>
          <a:p>
            <a:r>
              <a:t>    - scope-manager/</a:t>
            </a:r>
          </a:p>
          <a:p>
            <a: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Entry points &amp; App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main.tsx -&gt; App.tsx -&gt; components (Navbar, Hero, TurfsSection, ...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Navbar: top navigation</a:t>
            </a:r>
          </a:p>
          <a:p>
            <a:r>
              <a:t>- Hero: landing section, lazy-loads 3D scene</a:t>
            </a:r>
          </a:p>
          <a:p>
            <a:r>
              <a:t>- Hero3D: Canvas + lights, lazy loads AnimatedSphere</a:t>
            </a:r>
          </a:p>
          <a:p>
            <a:r>
              <a:t>- AnimatedSphere: r3f/drei sphere animation</a:t>
            </a:r>
          </a:p>
          <a:p>
            <a:r>
              <a:t>- TurfsSection: lists turfs</a:t>
            </a:r>
          </a:p>
          <a:p>
            <a:r>
              <a:t>- TurfCard: single turf preview</a:t>
            </a:r>
          </a:p>
          <a:p>
            <a:r>
              <a:t>- TurfDetails: details panel</a:t>
            </a:r>
          </a:p>
          <a:p>
            <a:r>
              <a:t>- BookingModal: booking UI &amp; WhatsApp integration</a:t>
            </a:r>
          </a:p>
          <a:p>
            <a:r>
              <a:t>- Footer, AboutSection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src/data/turfs.json</a:t>
            </a:r>
          </a:p>
          <a:p>
            <a:r>
              <a:t>- src/index.css</a:t>
            </a:r>
          </a:p>
          <a:p>
            <a:r>
              <a:t>- index.html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&amp; scripts (package.json)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dev: vite</a:t>
            </a:r>
          </a:p>
          <a:p>
            <a:r>
              <a:t>- start: vite</a:t>
            </a:r>
          </a:p>
          <a:p>
            <a:r>
              <a:t>- build: vite build</a:t>
            </a:r>
          </a:p>
          <a:p>
            <a:r>
              <a:t>- lint: eslint .</a:t>
            </a:r>
          </a:p>
          <a:p>
            <a:r>
              <a:t>- fetch-three: node ./scripts/download-three.cjs</a:t>
            </a:r>
          </a:p>
          <a:p>
            <a:r>
              <a:t>- postinstall: npm run fetch-three</a:t>
            </a:r>
          </a:p>
          <a:p>
            <a:r>
              <a:t>- clean: node ./scripts/clean.cjs</a:t>
            </a:r>
          </a:p>
          <a:p>
            <a:r>
              <a:t>- preview: vite preview</a:t>
            </a:r>
          </a:p>
          <a:p>
            <a:r>
              <a:t>- typecheck: tsc --noEmit -p tsconfig.app.json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component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component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Hero -&gt; Client3DLoader -&gt; Hero3D -&gt; AnimatedSphere -&gt; three/drei/r3f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state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holds: selectedTurfId, isDetailsOpen, isBookingOpen.</a:t>
            </a:r>
          </a:p>
          <a:p>
            <a:r>
              <a:t>TurfsSection -&gt; TurfDetails -&gt; BookingModal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Dependency hygiene: pin drei or upgrade React</a:t>
            </a:r>
          </a:p>
          <a:p>
            <a:r>
              <a:t>- Bundle optimization: more lazy-loading</a:t>
            </a:r>
          </a:p>
          <a:p>
            <a:r>
              <a:t>- Add tests &amp; CI</a:t>
            </a:r>
          </a:p>
          <a:p>
            <a:r>
              <a:t>- Lockfile &amp; security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